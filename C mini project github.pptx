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F5BEF-4C7B-E43A-3FF2-A36BB1EE3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286E6-B5C4-05EC-3978-733285530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60BB2-F0DE-9398-BEBF-78FC25F47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CEB4-44C3-4ED3-910D-0B14E26A059B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06185-0925-0DCD-4EC5-58B171814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CE178-7051-2C23-C711-19CDE0956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35B72-8C0E-4CCF-AEEF-53E0FEC75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727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9BBE-9424-EEE3-3134-015BD7606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2C701-F376-CF80-C937-2CDB68963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ADDFE-851A-6360-0F4F-68C995CC5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CEB4-44C3-4ED3-910D-0B14E26A059B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72EB5-9AE1-3FCA-1FD6-2ABBFF0B1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88AE2-9213-B5B3-0EFE-D4997FAD6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35B72-8C0E-4CCF-AEEF-53E0FEC75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135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D2A7A-05D4-D711-9A2C-3CBEC5A7F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8E5D6-BCEC-3BDA-8AA9-0FA1AFE1C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96730-8DAE-FAA5-8346-E886978A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CEB4-44C3-4ED3-910D-0B14E26A059B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5015B-345D-9224-480B-1264BAB43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E775F-4412-A1CC-F542-9AA138B4A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35B72-8C0E-4CCF-AEEF-53E0FEC75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60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5FD1A-4009-EF0D-CF1A-F5C0288EE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43890-A9DB-CD24-5565-A72A3595EB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18F89-343D-398C-743B-77B51D291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F4EF05-83A8-6E80-1182-F6E9D7CE1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CEB4-44C3-4ED3-910D-0B14E26A059B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99060-407C-42A2-A7ED-F384F476F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C07B3-14DF-EB9C-63B0-9FCF561FC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35B72-8C0E-4CCF-AEEF-53E0FEC75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072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CA571-27DA-00D8-CCB7-DEC81FF3A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1CA85-0F2A-9A5A-88D9-55D907244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E124AF-023E-EDE7-1E59-3A892BA39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EF30FF-58BA-A7EF-125E-C097B20111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E8B4F7-39B0-83B2-0751-3C3F31D55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8FA822-892F-ED38-5F50-288D02CF8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CEB4-44C3-4ED3-910D-0B14E26A059B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40F386-0EAD-5AF4-F8C9-7E4D468F9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C43B70-234B-1C70-AE79-B868B2BB1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35B72-8C0E-4CCF-AEEF-53E0FEC75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329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081AB-EACE-1F30-DF53-4A3799E22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C2D0B4-6ECB-E567-3328-4F2C62E15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CEB4-44C3-4ED3-910D-0B14E26A059B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948281-8CBF-5C00-EE47-DB890FBCC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D9B04B-8DDE-61F2-0049-6DD092932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35B72-8C0E-4CCF-AEEF-53E0FEC75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395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6BC5C0-5B6C-4800-B1B2-6A7CC828B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CEB4-44C3-4ED3-910D-0B14E26A059B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C7EB66-4827-C6EB-4C69-76D0EB670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31A71-8E80-C4F0-BA3C-790D0FCE3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35B72-8C0E-4CCF-AEEF-53E0FEC75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745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FE796-B9DC-98C1-4620-7C6399A86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DD3F8-4322-5BAF-B521-D9DF3D52A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D42E4B-6D6B-9B22-408F-49FEA4C72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8D94D-6D79-D34B-82CE-C94F472FB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CEB4-44C3-4ED3-910D-0B14E26A059B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3A7428-E3E8-D45C-9B90-CD5C0BB34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5C17B-4C19-FC6A-D589-69FBF645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35B72-8C0E-4CCF-AEEF-53E0FEC75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031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564A2-0F45-A9DA-EE21-32B82CA55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666A1E-6BD2-CDE0-61A4-62B080A1F9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1FDA0-507F-AB7B-AEE1-038CCC367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5D904-0BEE-13AF-6F1B-0C5257E63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CEB4-44C3-4ED3-910D-0B14E26A059B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9CBB6-D471-1E12-E1B2-DB9EF9D97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04EB5-6A1F-32BB-AD17-D1ABCB9B5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35B72-8C0E-4CCF-AEEF-53E0FEC75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832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997F-22C1-0961-709E-25D5BE5F3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218309-1CB2-CB27-CE33-19BBAA3AA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0FFAC-4717-664B-1F1D-E29542DCE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CEB4-44C3-4ED3-910D-0B14E26A059B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9A464-6F5A-E583-C6FA-112661F32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DA12A-C268-DE60-B19D-E55BF526F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35B72-8C0E-4CCF-AEEF-53E0FEC75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551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04A992-CCB4-C268-DCCC-5B710A06B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724A5-6BA3-0188-5B74-D10D35B37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60ABA-4708-77FC-6456-53D272E6A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CEB4-44C3-4ED3-910D-0B14E26A059B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2D2CC-7EBE-525F-CFD1-DE3E1F92A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87E51-7B67-EAD6-41C9-770F7CD34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35B72-8C0E-4CCF-AEEF-53E0FEC75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856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AA5613-2290-4916-ABEC-B4D194F10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D7859-BD61-3315-C4ED-BEC0EA901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58260-3789-A499-B834-22FD100C45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8CEB4-44C3-4ED3-910D-0B14E26A059B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2C4A5-E5D4-5518-EFBF-6A5EE45B2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896E9-6602-2D34-988D-D6B1F8F04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35B72-8C0E-4CCF-AEEF-53E0FEC75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863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9.jpeg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chalkboard/s/summary.html" TargetMode="External" /><Relationship Id="rId2" Type="http://schemas.openxmlformats.org/officeDocument/2006/relationships/image" Target="../media/image10.jp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tx1"/>
            </a:gs>
            <a:gs pos="85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B5B6C-C40C-2D36-92B5-A85A8EA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2058098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IN" sz="8000" dirty="0"/>
              <a:t>Number</a:t>
            </a:r>
            <a:br>
              <a:rPr lang="en-IN" sz="8000" dirty="0"/>
            </a:br>
            <a:r>
              <a:rPr lang="en-IN" sz="8000" dirty="0"/>
              <a:t>Guessing 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96514-72B5-DF6B-0DFD-3F9E13F29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888" y="4556122"/>
            <a:ext cx="9144000" cy="198183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IN" sz="3600" dirty="0"/>
              <a:t>Atharva Patil-1262250887</a:t>
            </a:r>
          </a:p>
          <a:p>
            <a:pPr algn="l"/>
            <a:r>
              <a:rPr lang="en-IN" sz="3600" dirty="0"/>
              <a:t>Vinit Patil-1262252115</a:t>
            </a:r>
          </a:p>
          <a:p>
            <a:pPr algn="l"/>
            <a:r>
              <a:rPr lang="en-IN" sz="3600" dirty="0"/>
              <a:t>Aditya Gawade-1262252783</a:t>
            </a:r>
          </a:p>
          <a:p>
            <a:pPr algn="l"/>
            <a:r>
              <a:rPr lang="en-IN" sz="3600" dirty="0"/>
              <a:t>Harshit Makhwana-1262253231</a:t>
            </a:r>
          </a:p>
          <a:p>
            <a:pPr algn="l"/>
            <a:r>
              <a:rPr lang="en-IN" sz="3600" dirty="0"/>
              <a:t>Parth Gore-1262252845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74D4D0-000E-6BBE-F03C-29B055C7BB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78327"/>
            <a:ext cx="6373368" cy="17693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57328B-2DAC-04C9-B3F9-B0B8E66D6E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119" y="178327"/>
            <a:ext cx="2257425" cy="176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984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tx1"/>
            </a:gs>
            <a:gs pos="85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839BA0-6AB5-6F51-7D89-5E375A9F4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741FE-77B3-4410-48C0-08B6605C9D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47872" y="251012"/>
            <a:ext cx="5096256" cy="1382457"/>
          </a:xfrm>
        </p:spPr>
        <p:txBody>
          <a:bodyPr>
            <a:normAutofit fontScale="90000"/>
          </a:bodyPr>
          <a:lstStyle/>
          <a:p>
            <a:pPr algn="l"/>
            <a:r>
              <a:rPr lang="en-IN" sz="8000" dirty="0">
                <a:solidFill>
                  <a:schemeClr val="bg1"/>
                </a:solidFill>
                <a:highlight>
                  <a:srgbClr val="000000"/>
                </a:highlight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F7EA3A-5DD4-F55B-6736-B17D784105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5360" y="1920240"/>
            <a:ext cx="10241280" cy="406279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US" sz="3600" dirty="0"/>
              <a:t>•​Overview: A fun and engaging interactive console application designed to predict a randomly selected number.</a:t>
            </a:r>
          </a:p>
          <a:p>
            <a:pPr algn="l"/>
            <a:r>
              <a:rPr lang="en-US" sz="3600" dirty="0"/>
              <a:t>•​Educational Goal: Aims to deepen the grasp of C programming fundamentals and logical reasoning.</a:t>
            </a:r>
          </a:p>
          <a:p>
            <a:pPr algn="l"/>
            <a:r>
              <a:rPr lang="en-US" sz="3600" dirty="0"/>
              <a:t>•​Dynamic Experience: Uses random number generation and conditional loops to create a unique challenge for every session.</a:t>
            </a:r>
          </a:p>
          <a:p>
            <a:pPr algn="l"/>
            <a:r>
              <a:rPr lang="en-US" sz="3600" dirty="0"/>
              <a:t>•​Real-time Interaction: Offers an immersive journey by demonstrating real-time algorithmic responses to player input.</a:t>
            </a:r>
            <a:endParaRPr lang="en-IN" sz="3600" dirty="0">
              <a:highlight>
                <a:srgbClr val="C0C0C0"/>
              </a:highligh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5BFF0E-62BA-40AC-9807-DED11B5D4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792" y="251012"/>
            <a:ext cx="1811464" cy="13824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FFD6B3-D71B-3988-0284-9EF2347CC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16" y="251012"/>
            <a:ext cx="1811464" cy="138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760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tx1"/>
            </a:gs>
            <a:gs pos="85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BA81E-90E5-3E65-E062-E9EF78E9A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600" dirty="0">
                <a:solidFill>
                  <a:schemeClr val="bg1"/>
                </a:solidFill>
              </a:rPr>
              <a:t>Game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C6167-905B-7A17-DAF0-FF9C3358B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0" y="2150680"/>
            <a:ext cx="11597640" cy="46341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•​The Secret Number: The computer randomly selects a number within a defined range (1 to 100).</a:t>
            </a:r>
          </a:p>
          <a:p>
            <a:pPr marL="0" indent="0">
              <a:buNone/>
            </a:pPr>
            <a:r>
              <a:rPr lang="en-US" sz="3200" dirty="0"/>
              <a:t>•​Player Input: Players enter their guesses to identify the chosen number, promoting critical thinking.</a:t>
            </a:r>
          </a:p>
          <a:p>
            <a:pPr marL="0" indent="0">
              <a:buNone/>
            </a:pPr>
            <a:r>
              <a:rPr lang="en-US" sz="3200" dirty="0"/>
              <a:t>•​Immediate Feedback: The program indicates whether the guess is "Too High", "Too Low", or "Correct".</a:t>
            </a:r>
          </a:p>
          <a:p>
            <a:pPr marL="0" indent="0">
              <a:buNone/>
            </a:pPr>
            <a:r>
              <a:rPr lang="en-US" sz="3200" dirty="0"/>
              <a:t>•​Winning Condition: The game continues until the player finds the concealed number, after which total attempts are displayed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5BE8E3-FEEA-0206-E107-007B4C165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896" y="227806"/>
            <a:ext cx="3803904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83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tx1"/>
            </a:gs>
            <a:gs pos="85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2C9A7-A94F-CB85-80BA-426ABD1159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2776" y="72136"/>
            <a:ext cx="4346448" cy="1528064"/>
          </a:xfrm>
        </p:spPr>
        <p:txBody>
          <a:bodyPr>
            <a:normAutofit/>
          </a:bodyPr>
          <a:lstStyle/>
          <a:p>
            <a:r>
              <a:rPr lang="en-IN" sz="7200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6E60EA-22C5-FC4B-2B2F-63A480614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4440" y="2240280"/>
            <a:ext cx="9723120" cy="3648456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•​To develop a functional Number Guessing Game using the C language.</a:t>
            </a:r>
          </a:p>
          <a:p>
            <a:pPr algn="l"/>
            <a:r>
              <a:rPr lang="en-US" sz="2800" dirty="0"/>
              <a:t>•​To practice and implement fundamental concepts like random number generation and user input management</a:t>
            </a:r>
          </a:p>
          <a:p>
            <a:pPr algn="l"/>
            <a:r>
              <a:rPr lang="en-US" sz="2800" dirty="0"/>
              <a:t>•​To master control structures, specifically how loops and conditionals interact to create game logic.</a:t>
            </a:r>
          </a:p>
          <a:p>
            <a:pPr algn="l"/>
            <a:r>
              <a:rPr lang="en-US" sz="2800" dirty="0"/>
              <a:t>•​To enhance problem-solving and analytical skills through the creation of a real-time feedback system.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C6D64A-CC91-F5BE-B9F1-C055802EF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535" y="170307"/>
            <a:ext cx="1928050" cy="17499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1D01F7-DCA8-BF9F-C83F-2AED8F218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15" y="170306"/>
            <a:ext cx="1928050" cy="174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742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tx1"/>
            </a:gs>
            <a:gs pos="85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B3D7F-DAA2-4336-1A80-C2B8DE7AC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4816" y="283463"/>
            <a:ext cx="9144000" cy="1022795"/>
          </a:xfrm>
        </p:spPr>
        <p:txBody>
          <a:bodyPr>
            <a:normAutofit fontScale="90000"/>
          </a:bodyPr>
          <a:lstStyle/>
          <a:p>
            <a:r>
              <a:rPr lang="en-IN" sz="7200" dirty="0">
                <a:solidFill>
                  <a:schemeClr val="bg2"/>
                </a:solidFill>
              </a:rPr>
              <a:t>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1543A-1C5A-C695-FA23-8EEBC20758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4232" y="2386584"/>
            <a:ext cx="5718048" cy="277977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3200" b="1" dirty="0"/>
              <a:t>     1. Start</a:t>
            </a:r>
          </a:p>
          <a:p>
            <a:pPr lvl="1" algn="l"/>
            <a:r>
              <a:rPr lang="en-US" sz="2800" b="1" dirty="0"/>
              <a:t>2. Generate random number</a:t>
            </a:r>
          </a:p>
          <a:p>
            <a:pPr lvl="1" algn="l"/>
            <a:r>
              <a:rPr lang="en-US" sz="2800" b="1" dirty="0"/>
              <a:t>3. Accept user guess</a:t>
            </a:r>
          </a:p>
          <a:p>
            <a:pPr lvl="1" algn="l"/>
            <a:r>
              <a:rPr lang="en-US" sz="2800" b="1" dirty="0"/>
              <a:t>4. Compare with actual number </a:t>
            </a:r>
          </a:p>
          <a:p>
            <a:pPr lvl="1" algn="l"/>
            <a:r>
              <a:rPr lang="en-US" sz="2800" b="1" dirty="0"/>
              <a:t>5. Display result</a:t>
            </a:r>
          </a:p>
          <a:p>
            <a:pPr lvl="1" algn="l"/>
            <a:r>
              <a:rPr lang="en-US" sz="2800" b="1" dirty="0"/>
              <a:t>6. Repeat until correct</a:t>
            </a:r>
          </a:p>
          <a:p>
            <a:pPr lvl="1" algn="l"/>
            <a:r>
              <a:rPr lang="en-US" sz="2800" b="1" dirty="0"/>
              <a:t>7. Stop</a:t>
            </a:r>
            <a:endParaRPr lang="en-IN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A24F68-FA60-D2B4-6FE4-9B132BB99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69" y="2324100"/>
            <a:ext cx="206692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054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tx1"/>
            </a:gs>
            <a:gs pos="85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3E832-20A6-4873-DD9F-C1D940358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114" y="209994"/>
            <a:ext cx="3820668" cy="1325563"/>
          </a:xfrm>
        </p:spPr>
        <p:txBody>
          <a:bodyPr>
            <a:normAutofit/>
          </a:bodyPr>
          <a:lstStyle/>
          <a:p>
            <a:pPr algn="ctr"/>
            <a:r>
              <a:rPr lang="en-IN" sz="6000" dirty="0">
                <a:solidFill>
                  <a:schemeClr val="bg2"/>
                </a:solidFill>
              </a:rPr>
              <a:t>Flow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7A444E-633E-49D9-F163-9F5ECEEBF0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9994"/>
            <a:ext cx="5722283" cy="64380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E9DFF0-FEF7-20EC-58B2-C2058BEAC8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65" y="3496721"/>
            <a:ext cx="2899835" cy="284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900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tx1"/>
            </a:gs>
            <a:gs pos="85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FAA79-F035-3315-F57F-527645B0C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008" y="181293"/>
            <a:ext cx="4696968" cy="1325563"/>
          </a:xfrm>
        </p:spPr>
        <p:txBody>
          <a:bodyPr>
            <a:normAutofit/>
          </a:bodyPr>
          <a:lstStyle/>
          <a:p>
            <a:r>
              <a:rPr lang="en-IN" sz="8800" dirty="0">
                <a:solidFill>
                  <a:schemeClr val="bg2"/>
                </a:solidFill>
              </a:rPr>
              <a:t>Program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6BFD03-BE4B-9604-AA40-5E4181391B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1293"/>
            <a:ext cx="1508760" cy="13255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FB2685-3B0C-22CB-380E-24413C11A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752" y="0"/>
            <a:ext cx="5030724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5915D2-C313-AC2D-BDC3-CF8033031E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77" y="2409412"/>
            <a:ext cx="5006013" cy="333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011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tx1"/>
            </a:gs>
            <a:gs pos="85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52937-2494-0AC2-E573-E8067220A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7075" y="298450"/>
            <a:ext cx="5657850" cy="1325563"/>
          </a:xfrm>
        </p:spPr>
        <p:txBody>
          <a:bodyPr>
            <a:normAutofit/>
          </a:bodyPr>
          <a:lstStyle/>
          <a:p>
            <a:r>
              <a:rPr lang="en-IN" sz="6600" dirty="0">
                <a:solidFill>
                  <a:schemeClr val="bg2"/>
                </a:solidFill>
              </a:rPr>
              <a:t>Sample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2399D-5C48-AB55-CA8E-A5C53F345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0250"/>
            <a:ext cx="10515600" cy="4559300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•​Header: Welcome to the Number Guessing Game!</a:t>
            </a:r>
          </a:p>
          <a:p>
            <a:pPr marL="0" indent="0">
              <a:buNone/>
            </a:pPr>
            <a:r>
              <a:rPr lang="en-US" sz="3200" dirty="0"/>
              <a:t>•​Input: 50</a:t>
            </a:r>
          </a:p>
          <a:p>
            <a:pPr marL="0" indent="0">
              <a:buNone/>
            </a:pPr>
            <a:r>
              <a:rPr lang="en-US" sz="3200" dirty="0"/>
              <a:t>•​Output: Too low! Try again.</a:t>
            </a:r>
          </a:p>
          <a:p>
            <a:pPr marL="0" indent="0">
              <a:buNone/>
            </a:pPr>
            <a:r>
              <a:rPr lang="en-US" sz="3200" dirty="0"/>
              <a:t>•​Input: 75</a:t>
            </a:r>
          </a:p>
          <a:p>
            <a:pPr marL="0" indent="0">
              <a:buNone/>
            </a:pPr>
            <a:r>
              <a:rPr lang="en-US" sz="3200" dirty="0"/>
              <a:t>•​Output: Too high! Try again.</a:t>
            </a:r>
          </a:p>
          <a:p>
            <a:pPr marL="0" indent="0">
              <a:buNone/>
            </a:pPr>
            <a:r>
              <a:rPr lang="en-US" sz="3200" dirty="0"/>
              <a:t>•​Input: 63</a:t>
            </a:r>
          </a:p>
          <a:p>
            <a:pPr marL="0" indent="0">
              <a:buNone/>
            </a:pPr>
            <a:r>
              <a:rPr lang="en-US" sz="3200" dirty="0"/>
              <a:t>•​Output: Correct! You guessed it in 3 attempts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5226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tx1"/>
            </a:gs>
            <a:gs pos="85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DBC66-40CA-DF94-B272-A43A8F0BA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575" y="327025"/>
            <a:ext cx="4514850" cy="1325563"/>
          </a:xfrm>
        </p:spPr>
        <p:txBody>
          <a:bodyPr>
            <a:normAutofit/>
          </a:bodyPr>
          <a:lstStyle/>
          <a:p>
            <a:r>
              <a:rPr lang="en-IN" sz="7200" dirty="0">
                <a:solidFill>
                  <a:schemeClr val="bg2"/>
                </a:solidFill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4F567-6663-23B9-5D8D-9FCB3CB83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7125"/>
            <a:ext cx="10515600" cy="381165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•​Game Concept: Enhances problem-solving and analytical skills through interactive play.</a:t>
            </a:r>
          </a:p>
          <a:p>
            <a:pPr marL="0" indent="0">
              <a:buNone/>
            </a:pPr>
            <a:r>
              <a:rPr lang="en-US" b="1" dirty="0"/>
              <a:t>•​Language Mastery: Reinforces core C skills like variables, control structures, and functions.</a:t>
            </a:r>
          </a:p>
          <a:p>
            <a:pPr marL="0" indent="0">
              <a:buNone/>
            </a:pPr>
            <a:r>
              <a:rPr lang="en-US" b="1" dirty="0"/>
              <a:t>•​Visual Clarity: Utilizing flowcharts helps in visualizing program structure and decision-making.</a:t>
            </a:r>
          </a:p>
          <a:p>
            <a:pPr marL="0" indent="0">
              <a:buNone/>
            </a:pPr>
            <a:r>
              <a:rPr lang="en-US" b="1" dirty="0"/>
              <a:t>• This project is best to learn C programming concepts</a:t>
            </a:r>
            <a:endParaRPr lang="en-IN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14222C-CE08-4A2E-5F9A-563284B4F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53425" y="136432"/>
            <a:ext cx="3301831" cy="217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441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tx1"/>
            </a:gs>
            <a:gs pos="85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3561FF2-C7A1-5A2E-4941-F6BCB5211C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95728"/>
            <a:ext cx="9144000" cy="2066543"/>
          </a:xfrm>
        </p:spPr>
        <p:txBody>
          <a:bodyPr>
            <a:noAutofit/>
          </a:bodyPr>
          <a:lstStyle/>
          <a:p>
            <a:r>
              <a:rPr lang="en-IN" sz="12400" dirty="0">
                <a:highlight>
                  <a:srgbClr val="C0C0C0"/>
                </a:highlight>
              </a:rPr>
              <a:t>THANK YOU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8FCE55-0050-483E-178A-53007CB25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1" y="73152"/>
            <a:ext cx="1579817" cy="12618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4279896-945E-1347-4AA4-8EAC1E6DA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5503" y="5522975"/>
            <a:ext cx="1579817" cy="126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284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402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Number Guessing Game</vt:lpstr>
      <vt:lpstr>Introduction</vt:lpstr>
      <vt:lpstr>Game Rules</vt:lpstr>
      <vt:lpstr>Objectives</vt:lpstr>
      <vt:lpstr>Algorithm</vt:lpstr>
      <vt:lpstr>Flow chart</vt:lpstr>
      <vt:lpstr>Program</vt:lpstr>
      <vt:lpstr>Sample Output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Guessing Game</dc:title>
  <dc:creator>Prajesh Patil</dc:creator>
  <cp:lastModifiedBy>Vinit Patil</cp:lastModifiedBy>
  <cp:revision>2</cp:revision>
  <dcterms:created xsi:type="dcterms:W3CDTF">2026-02-16T15:15:47Z</dcterms:created>
  <dcterms:modified xsi:type="dcterms:W3CDTF">2026-04-14T14:01:43Z</dcterms:modified>
</cp:coreProperties>
</file>